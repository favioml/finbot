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Financiero Inteligente por WhatsApp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tu plata sin mover un dedo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D9E75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  |  neto.pe  |  app.neto.pe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nadie resuelve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57600" cy="12801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94560" y="1325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peruanos no lleva un registro de gastos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657600" cy="12801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25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309360" y="1325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financieras pensadas para WhatsApp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657600" cy="12801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880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85x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94560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dia revisa WhatsApp el peruano promedio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3657600" cy="12801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880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 abre su app bancaria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7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bancos envian correos de gastos, pero nadie los organiza. Las apps requieren anotar manualmente cada gasto.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NETO: Tu asistente financiero en WhatsApp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371600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tus correos bancarios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 detecta gastos e ingresos de 11 bancos peruanos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468880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resume por WhatsApp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Resumenes diarios, semanales y mensuales sin que hagas nada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566160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completo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Graficos, metas, presupuestos, reportes PDF en app.neto.pe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contrasenas bancarias. Sin anotar nada. Solo resultados.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en 2 minutos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920240" cy="292608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371600" cy="27432"/>
          </a:xfrm>
          <a:prstGeom prst="rect">
            <a:avLst/>
          </a:prstGeom>
          <a:solidFill>
            <a:srgbClr val="1D9E7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Escribele a Neto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una conversacion por WhatsApp al +51 933 014 505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20240" cy="292608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1371600" cy="27432"/>
          </a:xfrm>
          <a:prstGeom prst="rect">
            <a:avLst/>
          </a:prstGeom>
          <a:solidFill>
            <a:srgbClr val="1D9E75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tu Gmail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llegan las alertas de tu banco (BCP, BBVA, etc.)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20240" cy="292608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937760" y="2103120"/>
            <a:ext cx="1371600" cy="27432"/>
          </a:xfrm>
          <a:prstGeom prst="rect">
            <a:avLst/>
          </a:prstGeom>
          <a:solidFill>
            <a:srgbClr val="1D9E75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 clasifica todo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lee correos, detecta montos, comercios y categorias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1188720"/>
            <a:ext cx="1920240" cy="292608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7086600" y="2103120"/>
            <a:ext cx="1371600" cy="27432"/>
          </a:xfrm>
          <a:prstGeom prst="rect">
            <a:avLst/>
          </a:prstGeom>
          <a:solidFill>
            <a:srgbClr val="1D9E75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tu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Graficos, metas, reportes PDF en app.neto.pe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48056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2940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11 bancos peruanos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828800" cy="8229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51760" y="1188720"/>
            <a:ext cx="1828800" cy="8229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651760" y="1188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BBVA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1828800" cy="8229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188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Interbank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0" y="1188720"/>
            <a:ext cx="1828800" cy="8229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1188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Scotiabank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828800" cy="8229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651760" y="2286000"/>
            <a:ext cx="1828800" cy="8229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2286000"/>
            <a:ext cx="1828800" cy="8229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Falabella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0" y="2286000"/>
            <a:ext cx="1828800" cy="8229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Ripley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1828800" cy="8229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383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BanBif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651760" y="3383280"/>
            <a:ext cx="1828800" cy="8229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51760" y="3383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Mibanco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3383280"/>
            <a:ext cx="1828800" cy="82296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3383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automatica de correos de notificacion bancaria — gastos e ingresos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es tu centro de control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28600" cy="2286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automatico de gastos e ingresos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28600" cy="2286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Clasificacion IA (GPT-4o-mini, 25 intenciones NLP)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28600" cy="2286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por texto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228600" cy="2286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imagenes Yape/Plin (Vision AI)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228600" cy="2286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diario automatico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228600" cy="2286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semanal con insights 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874520"/>
            <a:ext cx="228600" cy="2286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mensual (1ro de cada mes)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560320"/>
            <a:ext cx="228600" cy="2286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presupuesto en tiempo real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246120"/>
            <a:ext cx="228600" cy="2286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diarios (8pm Lima)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+51 933 014 505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completo en app.neto.pe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2024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1920240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donut categorias, trend chart, score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2024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14600" y="1097280"/>
            <a:ext cx="1920240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filtros, busqueda, paginacion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1920240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categoria, alertas, sugerencias 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097280"/>
            <a:ext cx="192024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1097280"/>
            <a:ext cx="1920240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Ahorro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visual, deadlines, emoji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2024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34640"/>
            <a:ext cx="1920240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Deteccion automatica (50+ servicios)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14600" y="2834640"/>
            <a:ext cx="192024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14600" y="2834640"/>
            <a:ext cx="1920240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PDF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5176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financiero, graficos, descarga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834640"/>
            <a:ext cx="192024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834640"/>
            <a:ext cx="1920240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mensual interactiva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12280" y="2834640"/>
            <a:ext cx="192024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12280" y="2834640"/>
            <a:ext cx="1920240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Perfil, plan, referidos, export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Financiero Inteligente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2743200" cy="2743200"/>
          </a:xfrm>
          <a:prstGeom prst="ellipse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4480" y="1371600"/>
            <a:ext cx="2377440" cy="2377440"/>
          </a:xfrm>
          <a:prstGeom prst="ellipse">
            <a:avLst/>
          </a:prstGeom>
          <a:solidFill>
            <a:srgbClr val="0E0E0C"/>
          </a:solidFill>
          <a:ln w="508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6459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55448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7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Ahorro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Presupuesto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3566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sabe exactamente como mejorar sus finanzas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entiende tus finanzas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37160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Clasificacion NLP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intenciones reconocidas por GPT-4o-mini. Entiende lenguaje natural en espanol peruano.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137160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Custom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y subcategorias personalizables. El sistema aprende de tus correcciones.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840480" cy="137160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Consejos Diarios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financieras personalizadas basadas en tus patrones de gasto.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840480" cy="137160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capturas de Yape y Plin. Extrae monto, comercio y fecha automaticamente.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que convierte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por WhatsApp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mes actual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presupuestos, 1 meta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imagenes/mes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semanal basico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3840480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10/mes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120640" y="2194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automatica Gmail (11 bancos)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historial completo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 y metas ilimitados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Imagenes ilimitadas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Resumenes diarios + consejos 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PDF + calendario + heatmap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CSV/JSON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Anual: S/ 99/ano (2 meses gratis)  |  Precio fundador — cancela cuando quieras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nivel empresarial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137160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contrasenas bancarias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lee correos de notificacion. Nunca accede a tu banca online.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37160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en todas las tablas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645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en Supabase. Cada usuario solo ve sus datos.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651760" cy="137160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645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req/min global, 10/min admin. Proteccion contra abuso.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2651760" cy="137160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Verification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de WhatsApp verificado con firma criptografica.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2743200"/>
            <a:ext cx="2651760" cy="137160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2900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encriptados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3291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en transito, cifrado en reposo. Sin PII en logs.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743200"/>
            <a:ext cx="2651760" cy="137160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completada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291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areas auditadas. 0 vulnerabilidades criticas encontradas.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moderna y escalable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402336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1051560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 + TypeScript + Tailwind + shadcn/ui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8046720" cy="402336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270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527048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Railway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02536"/>
            <a:ext cx="8046720" cy="402336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0253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002536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+ RLS (11 tablas)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78024"/>
            <a:ext cx="8046720" cy="402336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7802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478024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 + GPT-4o Vision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53512"/>
            <a:ext cx="8046720" cy="402336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535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953512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Cloud API (WhatsApp Business)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8046720" cy="402336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290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3429000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Railway + Cloudflare Pages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04488"/>
            <a:ext cx="8046720" cy="402336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044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904488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Dependabot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79976"/>
            <a:ext cx="8046720" cy="402336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3799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0" y="4379976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tests unitarios (Vitest)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que hablan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34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S/2,400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ahorrados en 3 meses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7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M. — Analista, Lima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34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control de gastos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7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Valeria R. — Disenadora, Arequipa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84048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971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cero friccion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7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P. — Emprendedor, Lima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384048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971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gastos hormiga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7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Lucia F. — Contadora, Trujillo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Traccion y crecimiento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beta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188720"/>
            <a:ext cx="182880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60604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182880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70916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1188720"/>
            <a:ext cx="182880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81228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54480" y="3017520"/>
            <a:ext cx="182880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55448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automatizados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3017520"/>
            <a:ext cx="182880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65760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3017520"/>
            <a:ext cx="1828800" cy="14630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6072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76072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promedio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8046720" cy="36576"/>
          </a:xfrm>
          <a:prstGeom prst="rect">
            <a:avLst/>
          </a:prstGeom>
          <a:solidFill>
            <a:srgbClr val="1D9E75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25880" y="1554480"/>
            <a:ext cx="274320" cy="27432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828800" cy="201168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56032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Verificacion Meta Business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Modularizacion backend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demo 60s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74320" cy="27432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2377440"/>
            <a:ext cx="1828800" cy="201168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256032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movil nativa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bancos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plugins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274320" cy="27432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377440"/>
            <a:ext cx="1828800" cy="201168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56032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regional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(Colombia, Mexico)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publica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1554480"/>
            <a:ext cx="274320" cy="27432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0" y="2377440"/>
            <a:ext cx="1828800" cy="201168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256032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(empresas)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ERP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Neto y no otra app?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286000" cy="4572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0" y="1097280"/>
            <a:ext cx="1371600" cy="4572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097280"/>
            <a:ext cx="1371600" cy="4572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Monefy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097280"/>
            <a:ext cx="1371600" cy="4572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Banco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1097280"/>
            <a:ext cx="1371600" cy="4572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645920"/>
            <a:ext cx="22860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645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nativo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1645920"/>
            <a:ext cx="13716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16459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1645920"/>
            <a:ext cx="13716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6459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1645920"/>
            <a:ext cx="13716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6459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1645920"/>
            <a:ext cx="13716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6459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148840"/>
            <a:ext cx="22860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automatica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0" y="2148840"/>
            <a:ext cx="13716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0" y="21488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2148840"/>
            <a:ext cx="13716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21488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52160" y="2148840"/>
            <a:ext cx="13716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21488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0" y="2148840"/>
            <a:ext cx="13716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21488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2651760"/>
            <a:ext cx="22860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26517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personalizada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26080" y="2651760"/>
            <a:ext cx="13716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36" name="Text 34"/>
          <p:cNvSpPr/>
          <p:nvPr/>
        </p:nvSpPr>
        <p:spPr>
          <a:xfrm>
            <a:off x="2926080" y="26517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89120" y="2651760"/>
            <a:ext cx="13716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0" y="26517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52160" y="2651760"/>
            <a:ext cx="13716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40" name="Text 38"/>
          <p:cNvSpPr/>
          <p:nvPr/>
        </p:nvSpPr>
        <p:spPr>
          <a:xfrm>
            <a:off x="5852160" y="26517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0" y="2651760"/>
            <a:ext cx="13716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0" y="26517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3154680"/>
            <a:ext cx="22860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3154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926080" y="3154680"/>
            <a:ext cx="13716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46" name="Text 44"/>
          <p:cNvSpPr/>
          <p:nvPr/>
        </p:nvSpPr>
        <p:spPr>
          <a:xfrm>
            <a:off x="2926080" y="3154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89120" y="3154680"/>
            <a:ext cx="13716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0" y="3154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852160" y="3154680"/>
            <a:ext cx="13716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50" name="Text 48"/>
          <p:cNvSpPr/>
          <p:nvPr/>
        </p:nvSpPr>
        <p:spPr>
          <a:xfrm>
            <a:off x="5852160" y="3154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15200" y="3154680"/>
            <a:ext cx="13716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0" y="3154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3657600"/>
            <a:ext cx="22860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3657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para empezar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926080" y="3657600"/>
            <a:ext cx="13716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56" name="Text 54"/>
          <p:cNvSpPr/>
          <p:nvPr/>
        </p:nvSpPr>
        <p:spPr>
          <a:xfrm>
            <a:off x="2926080" y="3657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389120" y="3657600"/>
            <a:ext cx="13716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58" name="Text 56"/>
          <p:cNvSpPr/>
          <p:nvPr/>
        </p:nvSpPr>
        <p:spPr>
          <a:xfrm>
            <a:off x="4389120" y="3657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852160" y="3657600"/>
            <a:ext cx="13716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60" name="Text 58"/>
          <p:cNvSpPr/>
          <p:nvPr/>
        </p:nvSpPr>
        <p:spPr>
          <a:xfrm>
            <a:off x="5852160" y="3657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315200" y="3657600"/>
            <a:ext cx="1371600" cy="438912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62" name="Text 60"/>
          <p:cNvSpPr/>
          <p:nvPr/>
        </p:nvSpPr>
        <p:spPr>
          <a:xfrm>
            <a:off x="7315200" y="3657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48640" y="4160520"/>
            <a:ext cx="22860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64" name="Text 62"/>
          <p:cNvSpPr/>
          <p:nvPr/>
        </p:nvSpPr>
        <p:spPr>
          <a:xfrm>
            <a:off x="548640" y="41605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peruano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926080" y="4160520"/>
            <a:ext cx="13716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66" name="Text 64"/>
          <p:cNvSpPr/>
          <p:nvPr/>
        </p:nvSpPr>
        <p:spPr>
          <a:xfrm>
            <a:off x="2926080" y="41605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389120" y="4160520"/>
            <a:ext cx="13716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68" name="Text 66"/>
          <p:cNvSpPr/>
          <p:nvPr/>
        </p:nvSpPr>
        <p:spPr>
          <a:xfrm>
            <a:off x="4389120" y="41605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852160" y="4160520"/>
            <a:ext cx="13716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70" name="Text 68"/>
          <p:cNvSpPr/>
          <p:nvPr/>
        </p:nvSpPr>
        <p:spPr>
          <a:xfrm>
            <a:off x="5852160" y="41605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315200" y="4160520"/>
            <a:ext cx="1371600" cy="438912"/>
          </a:xfrm>
          <a:prstGeom prst="rect">
            <a:avLst/>
          </a:prstGeom>
          <a:solidFill>
            <a:srgbClr val="131311"/>
          </a:solidFill>
          <a:ln/>
        </p:spPr>
      </p:sp>
      <p:sp>
        <p:nvSpPr>
          <p:cNvPr id="72" name="Text 70"/>
          <p:cNvSpPr/>
          <p:nvPr/>
        </p:nvSpPr>
        <p:spPr>
          <a:xfrm>
            <a:off x="7315200" y="41605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10058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empresas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Neto como beneficio para tus empleados. Bienestar financiero que se mide.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10058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86000"/>
            <a:ext cx="73152" cy="10058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inversores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33M de peruanos, 85% usa WhatsApp. Primer asistente financiero WhatsApp-first.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1A1A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474720"/>
            <a:ext cx="73152" cy="10058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corporativa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White-label, API publica, integraciones ERP. Escala a toda la organizacion.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financiero que el Peru necesita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10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tu plata sin mover un dedo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2560320"/>
            <a:ext cx="3657600" cy="27432"/>
          </a:xfrm>
          <a:prstGeom prst="rect">
            <a:avLst/>
          </a:prstGeom>
          <a:solidFill>
            <a:srgbClr val="1D9E7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2834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7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neto.pe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7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app.neto.pe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7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+51 933 014 505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4069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7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hola@neto.pe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CC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NETO — Asistente Financiero Inteligente por WhatsApp</dc:title>
  <dc:subject>PptxGenJS Presentation</dc:subject>
  <dc:creator>NETO</dc:creator>
  <cp:lastModifiedBy>NETO</cp:lastModifiedBy>
  <cp:revision>1</cp:revision>
  <dcterms:created xsi:type="dcterms:W3CDTF">2026-03-28T00:31:44Z</dcterms:created>
  <dcterms:modified xsi:type="dcterms:W3CDTF">2026-03-28T00:31:44Z</dcterms:modified>
</cp:coreProperties>
</file>